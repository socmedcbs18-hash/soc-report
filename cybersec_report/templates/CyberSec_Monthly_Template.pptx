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5"/>
  </p:notes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14BB11-E74A-43E6-950F-115FFA1FC049}" v="19" dt="2026-05-22T04:30:29.3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ED13C-F94B-409C-A3FB-A8945C639D99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77A0B-F558-4812-A423-BDCA5A67281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705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8ABA0-CB07-916E-B32A-7ADA8324F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FABE0-5658-8CBA-6DDB-F5E4ED6C5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3A6F1-A03D-18B6-F3C1-5EFFFEA3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FBFD-1EFE-9747-BB2D-B0CFDED7DE7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5F07-8E32-662C-4C86-A8A2A12C2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25F76-F934-72F8-F001-9324E8FC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BB3-CE8C-3243-A223-E1387EAF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4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14B19-7BB3-990F-D129-FB03755F7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E8623-47B3-0625-877E-53E83D300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51FA7-DE84-105C-69E9-65B61318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FBFD-1EFE-9747-BB2D-B0CFDED7DE7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583AD-0D20-125A-BEC0-F4AF8D6E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DC972-A415-3320-277F-0A2F8A937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BB3-CE8C-3243-A223-E1387EAF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45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ADE0-8BA3-1865-3437-6D32E76B8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C870A-2BC0-32B2-DCEE-9CE515631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6CE12-0E80-4C31-89B3-28865F0A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FBFD-1EFE-9747-BB2D-B0CFDED7DE7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EBB78-71C3-258E-A232-36BC1FCEB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CB83C-4BB1-CC8D-BD42-3E47C063A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BB3-CE8C-3243-A223-E1387EAF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19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88F2E-31DC-6F7C-FB21-B412B9F4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02B05-0210-09DF-B615-3C465BDB2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40347-F505-9D58-03A5-608854C0F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1C81D-94AA-8FD2-66C9-4BCD2E75B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FBFD-1EFE-9747-BB2D-B0CFDED7DE7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28210-55A6-BCA8-FA46-CBCBC7CD6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7D5FD-F927-F2C2-801D-8A36135A1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BB3-CE8C-3243-A223-E1387EAF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063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A9FB-0CE4-5662-6449-EA5D0BC8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FEEDA-4317-76CE-4F21-4009D4C86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2D14D6-E956-69B7-CDAC-28640B64F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C2559-851B-F13C-1CF3-FFD191AAA6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42C698-424D-4440-61E9-D3089B73C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2B29C-A031-79E9-4CE3-20F1A275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FBFD-1EFE-9747-BB2D-B0CFDED7DE7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9E8023-C628-D66E-9592-B47F3E23A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D3D464-9BBA-DC73-8EF7-B5D75291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BB3-CE8C-3243-A223-E1387EAF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35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D793D-4A9D-4B3E-AF28-64BAEB050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3DE37-A247-DAE9-7864-EECC38FF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FBFD-1EFE-9747-BB2D-B0CFDED7DE7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945CD4-02A6-116C-9F2E-52E6CAF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BCE8C-B17B-5464-ACA8-A106E5600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BB3-CE8C-3243-A223-E1387EAF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20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F7923-923E-1ED9-6654-B97DC2CC7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FBFD-1EFE-9747-BB2D-B0CFDED7DE7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9E501-F724-E765-AB3E-58F22F38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CC745-111B-C613-61A7-034F0C10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BB3-CE8C-3243-A223-E1387EAF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924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14E7A-4C60-75B5-6EF1-C49223F4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EB970-BFE1-226C-58FF-BAAFCE78A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25580-0C47-DEF0-743D-4A508E956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7688-A9D8-73FC-3D3F-7C36C5572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FBFD-1EFE-9747-BB2D-B0CFDED7DE7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C5468-CDA6-9E9D-6D25-132C448D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5F8DD-5CF5-C125-790F-AC93035C9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BB3-CE8C-3243-A223-E1387EAF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93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0641E-7371-87C9-8402-AF6F8E5D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959C6-9833-78F1-FD7B-B2020EA43B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172E5-7729-7B64-E7B8-4B250FDFB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77DC0-2303-402D-81EB-0EB2A2F3A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FBFD-1EFE-9747-BB2D-B0CFDED7DE7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7573F-0A94-A98D-82D6-660DAA89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3C641-ABAB-D0BE-0AF9-4BD6F39F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BB3-CE8C-3243-A223-E1387EAF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34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870B3-1EDE-CE03-7088-1AE934A74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A150D-DBF2-2F3F-1BEC-E32B8AB3E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8E15E-BA5D-8985-5DEB-7E654CFCC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FBFD-1EFE-9747-BB2D-B0CFDED7DE7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F82DC-7991-1C5E-B194-431BA079A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C16CB-E754-E172-EE68-4F38AE1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BB3-CE8C-3243-A223-E1387EAF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37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E0EE28-9533-FD66-4667-B5BD6067D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66C48-3A00-2340-C019-4AC86C6A8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C1C0A-6C84-2251-A89F-3A686F2E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7FBFD-1EFE-9747-BB2D-B0CFDED7DE7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19AC9-2014-9C23-6182-29A009AE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85D73-91BD-16D2-7D6C-94032C57C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BB3-CE8C-3243-A223-E1387EAF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215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6057F9-CED0-58E1-3018-297274D4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73FCC-A6D5-A933-3055-211C97D79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31B00-3A56-4E0A-2112-1F99D27206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7FBFD-1EFE-9747-BB2D-B0CFDED7DE7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202BA-D11E-1DE2-EF5D-15A5A6CED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36ACB-35D7-0E72-D848-C3B10E590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F2DBB3-CE8C-3243-A223-E1387EAF1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53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LTO Network Presentation Deck - 2025" id="{BC501A63-814A-2D44-83F5-F6C6B1B81D0F}" vid="{9306A7E6-B7ED-7B4A-AF85-558006CC16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177dc1d-52a6-4bf5-b619-41f6209f47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7FBE7900762047831B3068BEF19104" ma:contentTypeVersion="18" ma:contentTypeDescription="Create a new document." ma:contentTypeScope="" ma:versionID="44612b8d6c2d32e074b87f3cf0e81f90">
  <xsd:schema xmlns:xsd="http://www.w3.org/2001/XMLSchema" xmlns:xs="http://www.w3.org/2001/XMLSchema" xmlns:p="http://schemas.microsoft.com/office/2006/metadata/properties" xmlns:ns3="b177dc1d-52a6-4bf5-b619-41f6209f4761" xmlns:ns4="13f3909b-d2b8-40b7-87f5-0f4c6f4b7348" targetNamespace="http://schemas.microsoft.com/office/2006/metadata/properties" ma:root="true" ma:fieldsID="c5342a8790c5419d0ac589f51541f1d1" ns3:_="" ns4:_="">
    <xsd:import namespace="b177dc1d-52a6-4bf5-b619-41f6209f4761"/>
    <xsd:import namespace="13f3909b-d2b8-40b7-87f5-0f4c6f4b734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Location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77dc1d-52a6-4bf5-b619-41f6209f47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f3909b-d2b8-40b7-87f5-0f4c6f4b734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E96B1-DB46-489B-8B68-ADC75E2147F8}">
  <ds:schemaRefs>
    <ds:schemaRef ds:uri="http://schemas.microsoft.com/office/2006/metadata/properties"/>
    <ds:schemaRef ds:uri="http://purl.org/dc/elements/1.1/"/>
    <ds:schemaRef ds:uri="http://purl.org/dc/terms/"/>
    <ds:schemaRef ds:uri="13f3909b-d2b8-40b7-87f5-0f4c6f4b7348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b177dc1d-52a6-4bf5-b619-41f6209f476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3D65DC1-F74C-4E9E-AEE4-E3646F9474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2B0120-657D-4CD3-BE7C-D85F44B34959}">
  <ds:schemaRefs>
    <ds:schemaRef ds:uri="13f3909b-d2b8-40b7-87f5-0f4c6f4b7348"/>
    <ds:schemaRef ds:uri="b177dc1d-52a6-4bf5-b619-41f6209f476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9621</Words>
  <Application>Microsoft Office PowerPoint</Application>
  <PresentationFormat>Widescreen</PresentationFormat>
  <Paragraphs>2193</Paragraphs>
  <Slides>40</Slides>
  <Notes>12</Notes>
  <HiddenSlides>7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Malgun Gothic</vt:lpstr>
      <vt:lpstr>Meiryo UI</vt:lpstr>
      <vt:lpstr>Aparajita</vt:lpstr>
      <vt:lpstr>Aptos</vt:lpstr>
      <vt:lpstr>Aptos Display</vt:lpstr>
      <vt:lpstr>Aptos Narrow</vt:lpstr>
      <vt:lpstr>Arial</vt:lpstr>
      <vt:lpstr>ArialUnicodeMS</vt:lpstr>
      <vt:lpstr>Calibri</vt:lpstr>
      <vt:lpstr>Lato Black</vt:lpstr>
      <vt:lpstr>Segoe UI</vt:lpstr>
      <vt:lpstr>Tahoma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Wiwit Rifayanto</dc:creator>
  <cp:lastModifiedBy>Candra Bagus Sugiarto</cp:lastModifiedBy>
  <cp:revision>41</cp:revision>
  <dcterms:created xsi:type="dcterms:W3CDTF">2025-08-21T01:50:15Z</dcterms:created>
  <dcterms:modified xsi:type="dcterms:W3CDTF">2026-10-06T10:26:52Z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0x010100897FBE7900762047831B3068BEF19104</vt:lpwstr>
  </property>
</Properties>
</file>